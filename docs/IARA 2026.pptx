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2151F-C5A8-D0D2-4A14-DEDA4CBC99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IARA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E0D1A-7FA3-1779-1ABB-A27A9D65AE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Християн Гроздев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728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A2D11-0A40-F620-0443-B392021A3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951" y="404351"/>
            <a:ext cx="7729728" cy="1188720"/>
          </a:xfrm>
        </p:spPr>
        <p:txBody>
          <a:bodyPr/>
          <a:lstStyle/>
          <a:p>
            <a:r>
              <a:rPr lang="bg-BG" dirty="0"/>
              <a:t>Процес на създаване на проекта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D87ACF-1295-AA89-1C80-E629E188CD16}"/>
              </a:ext>
            </a:extLst>
          </p:cNvPr>
          <p:cNvSpPr/>
          <p:nvPr/>
        </p:nvSpPr>
        <p:spPr>
          <a:xfrm>
            <a:off x="1035517" y="2144604"/>
            <a:ext cx="3067291" cy="1735397"/>
          </a:xfrm>
          <a:prstGeom prst="rect">
            <a:avLst/>
          </a:prstGeom>
          <a:ln w="381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 dirty="0">
              <a:solidFill>
                <a:schemeClr val="bg1"/>
              </a:solidFill>
              <a:latin typeface="Bahnschrift SemiBold" panose="020B0502040204020203" pitchFamily="34" charset="0"/>
              <a:ea typeface="Yu Gothic UI Semibold" panose="020B0700000000000000" pitchFamily="34" charset="-128"/>
            </a:endParaRPr>
          </a:p>
          <a:p>
            <a:pPr algn="ctr"/>
            <a:r>
              <a:rPr lang="bg-BG" sz="2800" dirty="0">
                <a:solidFill>
                  <a:schemeClr val="bg1"/>
                </a:solidFill>
                <a:latin typeface="Bahnschrift SemiBold" panose="020B0502040204020203" pitchFamily="34" charset="0"/>
                <a:ea typeface="Yu Gothic UI Semibold" panose="020B0700000000000000" pitchFamily="34" charset="-128"/>
              </a:rPr>
              <a:t>Изработване на идея</a:t>
            </a:r>
            <a:endParaRPr lang="en-US" sz="2800" dirty="0">
              <a:solidFill>
                <a:schemeClr val="bg1"/>
              </a:solidFill>
              <a:latin typeface="Bahnschrift SemiBold" panose="020B0502040204020203" pitchFamily="34" charset="0"/>
              <a:ea typeface="Yu Gothic UI Semibold" panose="020B0700000000000000" pitchFamily="34" charset="-128"/>
            </a:endParaRPr>
          </a:p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062273-3CF0-7805-0E1F-53796A122879}"/>
              </a:ext>
            </a:extLst>
          </p:cNvPr>
          <p:cNvSpPr/>
          <p:nvPr/>
        </p:nvSpPr>
        <p:spPr>
          <a:xfrm>
            <a:off x="7353685" y="2144605"/>
            <a:ext cx="3067291" cy="1735397"/>
          </a:xfrm>
          <a:prstGeom prst="rect">
            <a:avLst/>
          </a:prstGeom>
          <a:ln w="38100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 dirty="0">
              <a:solidFill>
                <a:schemeClr val="bg1"/>
              </a:solidFill>
              <a:latin typeface="Bahnschrift SemiBold" panose="020B0502040204020203" pitchFamily="34" charset="0"/>
              <a:ea typeface="Yu Gothic UI Semibold" panose="020B0700000000000000" pitchFamily="34" charset="-128"/>
            </a:endParaRPr>
          </a:p>
          <a:p>
            <a:pPr algn="ctr"/>
            <a:r>
              <a:rPr lang="bg-BG" sz="2800" dirty="0">
                <a:solidFill>
                  <a:schemeClr val="bg1"/>
                </a:solidFill>
                <a:latin typeface="Bahnschrift SemiBold" panose="020B0502040204020203" pitchFamily="34" charset="0"/>
                <a:ea typeface="Yu Gothic UI Semibold" panose="020B0700000000000000" pitchFamily="34" charset="-128"/>
              </a:rPr>
              <a:t>Изработване на план за реализация</a:t>
            </a:r>
            <a:endParaRPr lang="en-US" sz="2800" dirty="0">
              <a:solidFill>
                <a:schemeClr val="bg1"/>
              </a:solidFill>
              <a:latin typeface="Bahnschrift SemiBold" panose="020B0502040204020203" pitchFamily="34" charset="0"/>
              <a:ea typeface="Yu Gothic UI Semibold" panose="020B0700000000000000" pitchFamily="34" charset="-128"/>
            </a:endParaRPr>
          </a:p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350F02-2C82-2AA7-17CB-AA18F6996669}"/>
              </a:ext>
            </a:extLst>
          </p:cNvPr>
          <p:cNvSpPr/>
          <p:nvPr/>
        </p:nvSpPr>
        <p:spPr>
          <a:xfrm>
            <a:off x="1035516" y="4436393"/>
            <a:ext cx="3067291" cy="1735397"/>
          </a:xfrm>
          <a:prstGeom prst="rect">
            <a:avLst/>
          </a:prstGeom>
          <a:ln w="38100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 dirty="0">
              <a:solidFill>
                <a:schemeClr val="bg1"/>
              </a:solidFill>
              <a:latin typeface="Bahnschrift SemiBold" panose="020B0502040204020203" pitchFamily="34" charset="0"/>
              <a:ea typeface="Yu Gothic UI Semibold" panose="020B0700000000000000" pitchFamily="34" charset="-128"/>
            </a:endParaRPr>
          </a:p>
          <a:p>
            <a:pPr algn="ctr"/>
            <a:r>
              <a:rPr lang="bg-BG" sz="2800" dirty="0">
                <a:solidFill>
                  <a:schemeClr val="bg1"/>
                </a:solidFill>
                <a:latin typeface="Bahnschrift SemiBold" panose="020B0502040204020203" pitchFamily="34" charset="0"/>
                <a:ea typeface="Yu Gothic UI Semibold" panose="020B0700000000000000" pitchFamily="34" charset="-128"/>
              </a:rPr>
              <a:t>Реализация</a:t>
            </a:r>
            <a:endParaRPr lang="en-US" sz="2800" dirty="0">
              <a:solidFill>
                <a:schemeClr val="bg1"/>
              </a:solidFill>
              <a:latin typeface="Bahnschrift SemiBold" panose="020B0502040204020203" pitchFamily="34" charset="0"/>
              <a:ea typeface="Yu Gothic UI Semibold" panose="020B0700000000000000" pitchFamily="34" charset="-128"/>
            </a:endParaRPr>
          </a:p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61A69E-8CEE-13F4-E70C-7F9A963B5EB8}"/>
              </a:ext>
            </a:extLst>
          </p:cNvPr>
          <p:cNvSpPr/>
          <p:nvPr/>
        </p:nvSpPr>
        <p:spPr>
          <a:xfrm>
            <a:off x="7353684" y="4436392"/>
            <a:ext cx="3067291" cy="1735397"/>
          </a:xfrm>
          <a:prstGeom prst="rect">
            <a:avLst/>
          </a:prstGeom>
          <a:ln w="381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 dirty="0">
              <a:solidFill>
                <a:schemeClr val="bg1"/>
              </a:solidFill>
              <a:latin typeface="Bahnschrift SemiBold" panose="020B0502040204020203" pitchFamily="34" charset="0"/>
              <a:ea typeface="Yu Gothic UI Semibold" panose="020B0700000000000000" pitchFamily="34" charset="-128"/>
            </a:endParaRPr>
          </a:p>
          <a:p>
            <a:pPr algn="ctr"/>
            <a:r>
              <a:rPr lang="bg-BG" sz="2800" dirty="0">
                <a:solidFill>
                  <a:schemeClr val="bg1"/>
                </a:solidFill>
                <a:latin typeface="Bahnschrift SemiBold" panose="020B0502040204020203" pitchFamily="34" charset="0"/>
                <a:ea typeface="Yu Gothic UI Semibold" panose="020B0700000000000000" pitchFamily="34" charset="-128"/>
              </a:rPr>
              <a:t>Презентиране</a:t>
            </a:r>
            <a:endParaRPr lang="en-US" sz="2800" dirty="0">
              <a:solidFill>
                <a:schemeClr val="bg1"/>
              </a:solidFill>
              <a:latin typeface="Bahnschrift SemiBold" panose="020B0502040204020203" pitchFamily="34" charset="0"/>
              <a:ea typeface="Yu Gothic UI Semibold" panose="020B0700000000000000" pitchFamily="34" charset="-128"/>
            </a:endParaRPr>
          </a:p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2E8285-1166-5C56-4BB7-BCD916102A77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102808" y="3012303"/>
            <a:ext cx="3250877" cy="1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303EA8-E7DC-C0B0-1365-C8D873115151}"/>
              </a:ext>
            </a:extLst>
          </p:cNvPr>
          <p:cNvCxnSpPr>
            <a:cxnSpLocks/>
            <a:stCxn id="4" idx="1"/>
            <a:endCxn id="5" idx="3"/>
          </p:cNvCxnSpPr>
          <p:nvPr/>
        </p:nvCxnSpPr>
        <p:spPr>
          <a:xfrm flipH="1">
            <a:off x="4102807" y="3012304"/>
            <a:ext cx="3250878" cy="2291788"/>
          </a:xfrm>
          <a:prstGeom prst="line">
            <a:avLst/>
          </a:prstGeom>
          <a:ln w="762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CE0C3F-CEA1-BDA4-8CFE-AD267BE0CE85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102807" y="5304091"/>
            <a:ext cx="3250877" cy="1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190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4CD6-48D0-361C-3B59-C71848CAA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84257"/>
            <a:ext cx="7729728" cy="1188720"/>
          </a:xfrm>
        </p:spPr>
        <p:txBody>
          <a:bodyPr/>
          <a:lstStyle/>
          <a:p>
            <a:r>
              <a:rPr lang="bg-BG" dirty="0">
                <a:latin typeface="Bahnschrift SemiBold" panose="020B0502040204020203" pitchFamily="34" charset="0"/>
                <a:ea typeface="Yu Gothic UI Semibold" panose="020B0700000000000000" pitchFamily="34" charset="-128"/>
              </a:rPr>
              <a:t>Използвани</a:t>
            </a:r>
            <a:r>
              <a:rPr lang="en-US" dirty="0">
                <a:latin typeface="Bahnschrift SemiBold" panose="020B0502040204020203" pitchFamily="34" charset="0"/>
                <a:ea typeface="Yu Gothic UI Semibold" panose="020B0700000000000000" pitchFamily="34" charset="-128"/>
              </a:rPr>
              <a:t> </a:t>
            </a:r>
            <a:r>
              <a:rPr lang="bg-BG" dirty="0">
                <a:solidFill>
                  <a:schemeClr val="accent2">
                    <a:lumMod val="75000"/>
                  </a:schemeClr>
                </a:solidFill>
                <a:latin typeface="Bahnschrift SemiBold" panose="020B0502040204020203" pitchFamily="34" charset="0"/>
                <a:ea typeface="Yu Gothic UI Semibold" panose="020B0700000000000000" pitchFamily="34" charset="-128"/>
              </a:rPr>
              <a:t>Технологии</a:t>
            </a:r>
            <a:endParaRPr lang="en-US" dirty="0"/>
          </a:p>
        </p:txBody>
      </p:sp>
      <p:pic>
        <p:nvPicPr>
          <p:cNvPr id="4" name="Picture 22">
            <a:extLst>
              <a:ext uri="{FF2B5EF4-FFF2-40B4-BE49-F238E27FC236}">
                <a16:creationId xmlns:a16="http://schemas.microsoft.com/office/drawing/2014/main" id="{EFBE88ED-9A5D-AA7B-32BB-99D375B40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349" y="2077434"/>
            <a:ext cx="1221342" cy="1230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4">
            <a:extLst>
              <a:ext uri="{FF2B5EF4-FFF2-40B4-BE49-F238E27FC236}">
                <a16:creationId xmlns:a16="http://schemas.microsoft.com/office/drawing/2014/main" id="{665B680E-2739-BA1B-8D37-44ACE714A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483" y="1836290"/>
            <a:ext cx="1323824" cy="120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6" descr="Github Logo - Free social media icons">
            <a:extLst>
              <a:ext uri="{FF2B5EF4-FFF2-40B4-BE49-F238E27FC236}">
                <a16:creationId xmlns:a16="http://schemas.microsoft.com/office/drawing/2014/main" id="{7EFD1FFC-B05D-B2A5-4A03-4198921D6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550" y="4973993"/>
            <a:ext cx="1587584" cy="158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8">
            <a:extLst>
              <a:ext uri="{FF2B5EF4-FFF2-40B4-BE49-F238E27FC236}">
                <a16:creationId xmlns:a16="http://schemas.microsoft.com/office/drawing/2014/main" id="{1683A58E-EF66-2FFA-C59F-1DF0F8EE3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963" y="4471923"/>
            <a:ext cx="1498906" cy="149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0">
            <a:extLst>
              <a:ext uri="{FF2B5EF4-FFF2-40B4-BE49-F238E27FC236}">
                <a16:creationId xmlns:a16="http://schemas.microsoft.com/office/drawing/2014/main" id="{404788D6-44B4-FB0D-D757-781039D5D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4120" y="4268879"/>
            <a:ext cx="1498906" cy="149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6">
            <a:extLst>
              <a:ext uri="{FF2B5EF4-FFF2-40B4-BE49-F238E27FC236}">
                <a16:creationId xmlns:a16="http://schemas.microsoft.com/office/drawing/2014/main" id="{6C2EC2AB-1A9C-6039-7DD4-198A4F92B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548" y="3138762"/>
            <a:ext cx="986054" cy="1458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8" descr="JavaScript Logo PNG Vector (AI) Free Download">
            <a:extLst>
              <a:ext uri="{FF2B5EF4-FFF2-40B4-BE49-F238E27FC236}">
                <a16:creationId xmlns:a16="http://schemas.microsoft.com/office/drawing/2014/main" id="{5AB8BDEB-C13D-0E8F-06A2-ECCF119E2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09" y="1899029"/>
            <a:ext cx="1587584" cy="158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0">
            <a:extLst>
              <a:ext uri="{FF2B5EF4-FFF2-40B4-BE49-F238E27FC236}">
                <a16:creationId xmlns:a16="http://schemas.microsoft.com/office/drawing/2014/main" id="{B893B24F-2AC5-722F-B0B7-26B22DC8D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7929" y="4741359"/>
            <a:ext cx="1592457" cy="1643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2" descr="Logo, Icon, and Brand Guidelines | Docker">
            <a:extLst>
              <a:ext uri="{FF2B5EF4-FFF2-40B4-BE49-F238E27FC236}">
                <a16:creationId xmlns:a16="http://schemas.microsoft.com/office/drawing/2014/main" id="{45544B15-21BE-6109-FA03-0A15A185E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4467" y="2125614"/>
            <a:ext cx="2372457" cy="158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7095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D3B9BC-AC48-4344-CA54-50B74536186F}"/>
              </a:ext>
            </a:extLst>
          </p:cNvPr>
          <p:cNvSpPr txBox="1"/>
          <p:nvPr/>
        </p:nvSpPr>
        <p:spPr>
          <a:xfrm>
            <a:off x="2049225" y="2285670"/>
            <a:ext cx="80935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6000" dirty="0"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Нека преминем</a:t>
            </a:r>
            <a:r>
              <a:rPr lang="en-US" sz="6000" dirty="0"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 </a:t>
            </a:r>
            <a:r>
              <a:rPr lang="bg-BG" sz="6000" dirty="0">
                <a:solidFill>
                  <a:schemeClr val="accent2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към сайта!</a:t>
            </a:r>
            <a:endParaRPr lang="en-US" sz="6000" dirty="0">
              <a:solidFill>
                <a:schemeClr val="accent2">
                  <a:lumMod val="75000"/>
                </a:schemeClr>
              </a:solidFill>
              <a:latin typeface="Bahnschrift SemiBold SemiConden" panose="020B0502040204020203" pitchFamily="34" charset="0"/>
              <a:ea typeface="Yu Gothic UI Semibold" panose="020B07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27207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{CD47B064-612D-4A8B-84E9-AE51094461A6}TFfb9a325e-b4a8-473d-b025-df086f5ae4937a5f077a-90802770140c</Template>
  <TotalTime>4</TotalTime>
  <Words>26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Bahnschrift SemiBold</vt:lpstr>
      <vt:lpstr>Bahnschrift SemiBold SemiConden</vt:lpstr>
      <vt:lpstr>Gill Sans MT</vt:lpstr>
      <vt:lpstr>Parcel</vt:lpstr>
      <vt:lpstr>IARA 2026</vt:lpstr>
      <vt:lpstr>Процес на създаване на проекта</vt:lpstr>
      <vt:lpstr>Използвани Технологии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Християн Атанасов Гроздев</dc:creator>
  <cp:lastModifiedBy>Християн Атанасов Гроздев</cp:lastModifiedBy>
  <cp:revision>1</cp:revision>
  <dcterms:created xsi:type="dcterms:W3CDTF">2026-07-01T21:31:21Z</dcterms:created>
  <dcterms:modified xsi:type="dcterms:W3CDTF">2026-07-01T21:35:44Z</dcterms:modified>
</cp:coreProperties>
</file>